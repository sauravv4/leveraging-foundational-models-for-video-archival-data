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your name and student number aloud here — the handbook requires both on screen and it is the first thing an assessor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contrast card is the whole motivation: identical-looking output, completely different support underneath.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objectives, five research questions — they map one to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failures out of 626 is worth saying aloud — it is the claim the V&amp;V section backs.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table aloud. Say the closing line: diversity of failure modes is the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2 matters most: without it, a corpus of quiet low-text clips would report near-perfect reliability.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screen capture here. Have the dashboard and a clip already loaded — nothing should be seen booting.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Assessors will be waiting for the training section. Answering it confidently beats leaving a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finding. Keywords are not weak because the task is hard — they are weak because there is one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5. Directionally clear, statistically weak —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uncomfortable result, and the most useful one. The provenance machinery makes it visible but cannot fix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8B models ran int4 on the MIG slice, so this is not evidence that scale hurts — only that 2B sufficed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confidence, not failure: pre-registering expectations is what makes the refutations meaningful.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these plainly. An examiner who finds a limitation you did not name trusts nothing else you said.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human-annotation item — it is the one that unlocks everything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 line, then thank the viewer. Do not add new information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6002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Leveraging Foundational Models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Video Archival Data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6118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Segment-level metadata for a community-television archive, published with an auditable estimate of how strongly independent models corroborate it.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70916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Saurav Kumar Vellattuparambil Vijayakumar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number 40490925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 Awais Rauf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Artificial Intelligence · ECS8056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EEECS, Queen's University Belfast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52560" y="1828800"/>
            <a:ext cx="2423160" cy="2423160"/>
          </a:xfrm>
          <a:prstGeom prst="roundRect">
            <a:avLst>
              <a:gd name="adj" fmla="val 5283"/>
            </a:avLst>
          </a:prstGeom>
          <a:solidFill>
            <a:srgbClr val="1C4478"/>
          </a:solidFill>
          <a:ln w="15875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52560" y="27432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shape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archive you cannot search inside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NVTV is a Belfast community broadcaster with a public archive of the city’s civic life.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programme has a title. Nothing describes what happens inside it.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one moment, an archivist watches the whole programme.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annotation was excluded for this corpus, closing the usual route to a gold standard.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1783080"/>
            <a:ext cx="4434840" cy="3108960"/>
          </a:xfrm>
          <a:prstGeom prst="roundRect">
            <a:avLst>
              <a:gd name="adj" fmla="val 3529"/>
            </a:avLst>
          </a:prstGeom>
          <a:solidFill>
            <a:srgbClr val="F4F6FA"/>
          </a:solidFill>
          <a:ln w="12700">
            <a:solidFill>
              <a:srgbClr val="DEDD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SINGLE-MODEL PIPELINE PUBLISHES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23774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010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people_count: 3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010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visual_tags: interview, podium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010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transcript: "…medication study…"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35204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agreed, or one model guessed — the record looks identical either way. A missing field can be worked around. A confidently wrong field silently corrupts the catalogue.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the corroboration, not just the metadata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i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 segment-level metadata using only pretrained models, and attach to every published field an auditable estimate of how strongly independent sources support it.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85800" y="2926080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96265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07592" y="295351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the corpus reproducibly and resumably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584448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621024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07592" y="36118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five fields from ≥ 2 independent families each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4242816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27939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07592" y="427024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agreement without self-similarity or empty promotion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901184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93776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07592" y="492861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sampling, degradation and a hosted annotator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5559552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596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307592" y="558698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seven open-weight VLMs against the consensus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programmes, segmented and verified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1226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770632"/>
            <a:ext cx="23408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archival programmes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NVTV, 2016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56432" y="19659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211226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626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770632"/>
            <a:ext cx="23408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30-second clips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failures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27064" y="19659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27064" y="211226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5.09 h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336792" y="2770632"/>
            <a:ext cx="23408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duration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FFprobe-verified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97696" y="19659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97696" y="211226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 / 503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07424" y="2770632"/>
            <a:ext cx="23408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/ evaluation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at source level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749040"/>
            <a:ext cx="10789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stream copy — no re-encoding; every clip FFprobe-verified after writing.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publication: each worker renames on success, so an interrupted run leaves no truncated file.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is assigned per source, so no programme contributes clips to both halves.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continuity verified across all 579 adjacent pairs — maximum drift 0.0000 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field, at least two unrelated families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89920" cy="676656"/>
          </a:xfrm>
          <a:prstGeom prst="roundRect">
            <a:avLst>
              <a:gd name="adj" fmla="val 108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78308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2971800" y="178308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small + turbo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783080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decoder configs — the weakest pair, reported as such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569464"/>
            <a:ext cx="107899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" y="2569464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56946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+ EasyOCR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569464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line recogniser vs neural detector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355848"/>
            <a:ext cx="10789920" cy="676656"/>
          </a:xfrm>
          <a:prstGeom prst="roundRect">
            <a:avLst>
              <a:gd name="adj" fmla="val 108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335584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355848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KeyBERT, YAKE, TF-IDF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355848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rankers — but one transcript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142232"/>
            <a:ext cx="107899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" y="414223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tags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4142232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 + ViT-L/14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142232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differs, mechanism does not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928616"/>
            <a:ext cx="10789920" cy="676656"/>
          </a:xfrm>
          <a:prstGeom prst="roundRect">
            <a:avLst>
              <a:gd name="adj" fmla="val 108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68" y="492861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count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2971800" y="4928616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BLIP-VQA, ViLT-VQA, DETR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928616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captioner, transformer, detector — three routes to one integer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806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23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fail in different ways — that is the point. Agreement between unrelated mechanisms carries information that agreement between two checkpoints of one architecture does not.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actually publishes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394960" cy="3520440"/>
          </a:xfrm>
          <a:prstGeom prst="roundRect">
            <a:avLst>
              <a:gd name="adj" fmla="val 3117"/>
            </a:avLst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0312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"people_count": {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"value": 1,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"status": "observed",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"models": ["BLIP-VQA",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"ViLT-VQA", "DETR"],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8ED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"agreement_score": 0.812,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"needs_caution": false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187452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911096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8562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Self-similarity excluded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220370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 never corroborates itself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0" y="3081528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118104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0632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output never promoted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34107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is not_detected, never high agreement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0" y="4288536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4325112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427024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dual-engine OCR veto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46177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engines, two frames, 0.80 cross-engine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23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hallucinated name in a catalogue is the most damaging error available here, so on-screen text is deliberately conservative.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697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 dashboard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7033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clip plays beside its record. A field supported by four independent families is safe to publish; a field carrying needs_caution goes to a human first. The deliverable is not a list — it is a triaged list.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trained — and that is deliberate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archive with no annotated reference cannot supervise training, and a system whose product is a reliability estimate must not be tuned against labels it does not have.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7889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93522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3593592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checkpoint at its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revision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27889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293522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3593592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parameters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 of hyperparameters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75320" y="27889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293522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 clips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385048" y="3593592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calibration split every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was made 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526280"/>
            <a:ext cx="10789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policy chosen by the RQ1 ablation; OCR thresholds set to bias toward precision.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parameters rest on library defaults and are disclosed as untuned.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503-clip evaluation split was never used for any selection decision.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· 626 CLIPS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Agreement ranks independence, not difficulty</a:t>
            </a:r>
            <a:endParaRPr lang="en-US" sz="3200" dirty="0"/>
          </a:p>
        </p:txBody>
      </p:sp>
      <p:pic>
        <p:nvPicPr>
          <p:cNvPr id="4" name="Image 0" descr="docs/figures/fig1_agreement_ti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783080"/>
            <a:ext cx="6035040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086600" y="196596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count 0.812 — four unrelated families.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0.173 — three extractors, one transcript.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 conflicts on 53.4% of clips and reaches high agreement on none.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ordering is the ordering of source independence.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· 5 CLIPS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is field-specific, not system-wide</a:t>
            </a:r>
            <a:endParaRPr lang="en-US" sz="3200" dirty="0"/>
          </a:p>
        </p:txBody>
      </p:sp>
      <p:pic>
        <p:nvPicPr>
          <p:cNvPr id="4" name="Image 0" descr="docs/figures/fig3_robustn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783080"/>
            <a:ext cx="6035040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086600" y="196596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blur, visual tagging holds 0.96 of its output.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 retains 0.07 — a thirteen-fold spread under one perturbation.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reads global scene semantics that survive low-pass filtering; character recognition does not.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rule: on degraded material, treat the text field as absent, not as evidence of absence.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· 626 CLIPS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third annotator refuted my own hypothesis</a:t>
            </a:r>
            <a:endParaRPr lang="en-US" sz="3200" dirty="0"/>
          </a:p>
        </p:txBody>
      </p:sp>
      <p:pic>
        <p:nvPicPr>
          <p:cNvPr id="4" name="Image 0" descr="docs/figures/fig4_hosted_annota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783080"/>
            <a:ext cx="6035040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086600" y="196596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hosted annotator agrees with the local consensus only 0.419 of the time …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yet rewrites 49.0% of published visual-tag sets.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on-screen text the dual-engine veto holds it to exactly zero changes.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weighting is neutral only when families are independent — and two CLIP variants are not.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 · 21,489 SCORES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did not predict agreement</a:t>
            </a:r>
            <a:endParaRPr lang="en-US" sz="3200" dirty="0"/>
          </a:p>
        </p:txBody>
      </p:sp>
      <p:pic>
        <p:nvPicPr>
          <p:cNvPr id="4" name="Image 0" descr="docs/figures/fig2_vlm_benchm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783080"/>
            <a:ext cx="6035040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086600" y="196596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open-weight models, one protocol, 626 clips.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InternVL3-2B — the smallest — leads three of five fields.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beats its own 8B sibling on all three.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scores at or near zero on transcript: none of them accepts audio.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useful findings contradicted expectation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2082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of 11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679192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outcomes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refuted or partly refuted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80560" y="1874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202082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2679192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— all following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deductively from the design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75320" y="1874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02082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385048" y="2679192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expectations about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5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or deliberation upheld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61188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was expected to track task difficulty. It tracks source independence.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keyword extractors were expected to give three-way corroboration. They give one view, three times.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was expected to affect fields comparably. The spread is thirteen-fold.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models were expected to agree more. The smallest led.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these numbers do not say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reference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3886200" y="182880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measures corroboration between automatic sources — never accuracy.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688336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68833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sources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2688336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CLIP variants and two Whisper checkpoints share an architecture, inflating their fields.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547872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54787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upstream error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3547872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speech recognition fails, all three keyword extractors agree on the same wrong text.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407408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40740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Underpowered ablations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4407408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uses 8 clips and RQ3 uses 5. Directional, not significant.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5266944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26694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setting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886200" y="5266944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broadcaster, one city, one year, one run per model.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step is small and decisive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89920" cy="1371600"/>
          </a:xfrm>
          <a:prstGeom prst="roundRect">
            <a:avLst>
              <a:gd name="adj" fmla="val 8000"/>
            </a:avLst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574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few hundred human-annotated clips would convert every agreement figure in this project into a measure of validity.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429000"/>
            <a:ext cx="10789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per-family candidate lists so the CLIP-pair inflation can be measured rather than declared.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equal weighting with measured per-source reliability weights.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audio-capable model to the benchmark, and a video-native one.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Re-annotate the shot-boundary partition — 72.2% of published clips span at least one shot cut.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01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the ASR stage on Whisper’s own language identification, and add speaker diarisation.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3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945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contribution is not better metadata.</a:t>
            </a:r>
            <a:endParaRPr lang="en-US" sz="3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metadata that tells you how much to trust it.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06908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626 clips · five fields · every published value carrying its evidence status, its supporting models and an auditable agreement score.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Saurav Kumar Vellattuparambil Vijayakumar · 40490925 · Supervisor: Dr Awais Rauf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Leveraging Foundational Models for Video Archival Data</dc:title>
  <dc:subject>PptxGenJS Presentation</dc:subject>
  <dc:creator>Saurav Kumar Vellattuparambil Vijayakumar</dc:creator>
  <cp:lastModifiedBy>Saurav Kumar Vellattuparambil Vijayakumar</cp:lastModifiedBy>
  <cp:revision>1</cp:revision>
  <dcterms:created xsi:type="dcterms:W3CDTF">2026-09-18T07:53:56Z</dcterms:created>
  <dcterms:modified xsi:type="dcterms:W3CDTF">2026-09-18T07:53:56Z</dcterms:modified>
</cp:coreProperties>
</file>